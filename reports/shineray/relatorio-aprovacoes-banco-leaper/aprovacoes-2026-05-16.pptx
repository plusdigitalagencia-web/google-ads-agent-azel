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SHINERAY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Motos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APROVAÇÕES POR CAMPANHA — SEMANA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4747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01/05/2026  a  07/05/2026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460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Campanha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Aprovações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24460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% do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18488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" y="1755648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9468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[01] [Nexus] [Wpp Vendas] [Andromeda] - 02/02/26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01/05/26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9468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53.8%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093976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" y="2231136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170176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[08] [Nexus] [Wpp Vendas] [CBO] [S/Advantage] - 04/05/26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04/05/26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70176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19.2%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569464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0896" y="2706624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45664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[09] [Nexus] [Wpp Vendas] [Dia das Mães] - 05/05/26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07/05/26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45664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44952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0896" y="3182112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21152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IG Link na Bio / Orgânico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121152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21.2%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20440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0896" y="3657600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59664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Sem Rastreio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59664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3.8%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995928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07212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DA SEMANA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407212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52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407212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8888AA"/>
                </a:solidFill>
              </a:rPr>
              <a:t>Fonte: Meta Ads Manager (Leaper/Agilize)  |  Período: 01/05/2026 – 07/05/2026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SHINERAY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Motos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APROVAÇÕES POR CAMPANHA — SEMANA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4747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08/05/2026  a  16/05/2026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460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Campanha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Aprovações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24460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% do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18488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" y="1755648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9468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[01] [Nexus] [Wpp Vendas] [Andromeda] - 02/02/26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08/05/26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9468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49.1%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093976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" y="2231136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170176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[08] [Nexus] [Wpp Vendas] [CBO] [S/Advantage] - 04/05/26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08/05/26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70176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10.5%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569464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0896" y="2706624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45664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[01.1] [Nexus] [Wpp Vendas] [Andromeda] - 11/05/26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12/05/26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45664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7.0%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44952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0896" y="3182112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21152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[09] [Nexus] [Wpp Vendas] [Dia das Mães] - 05/05/26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09/05/26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121152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7.0%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20440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0896" y="3657600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59664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IG Link na Bio / Orgânico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59664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12.3%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995928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0896" y="4133088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07212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Sem Rastreio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7212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07212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07212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14.0%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471416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547616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DA SEMANA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54761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57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547616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8888AA"/>
                </a:solidFill>
              </a:rPr>
              <a:t>Fonte: Meta Ads Manager (Leaper/Agilize)  |  Período: 08/05/2026 – 16/05/2026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SHINERAY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Motos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9260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APROVAÇÕES POR CAMPANHA — TOTAL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34747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01/05/2026  a  16/05/2026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4460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Campanha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Início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4460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Aprovações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124460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% do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18488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0896" y="1755648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169468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[01] [Nexus] [Wpp Vendas] [Andromeda] - 02/02/26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01/05/26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9468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69468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51.4%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093976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10896" y="2231136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170176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[08] [Nexus] [Wpp Vendas] [CBO] [S/Advantage] - 04/05/26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04/05/26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17017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170176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14.7%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569464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10896" y="2706624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645664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[09] [Nexus] [Wpp Vendas] [Dia das Mães] - 05/05/26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07/05/26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4566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2645664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4.6%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044952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10896" y="3182112"/>
            <a:ext cx="201168" cy="20116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121152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[01.1] [Nexus] [Wpp Vendas] [Andromeda] - 11/05/26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12/05/26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1211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121152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3.7%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520440"/>
            <a:ext cx="11704320" cy="47548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0896" y="3657600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3596640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IG Link na Bio / Orgânico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5966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596640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16.5%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995928"/>
            <a:ext cx="11704320" cy="475488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0896" y="4133088"/>
            <a:ext cx="201168" cy="201168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072128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Sem Rastreio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07212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407212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8C00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072128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9.2%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471416"/>
            <a:ext cx="11704320" cy="475488"/>
          </a:xfrm>
          <a:prstGeom prst="rect">
            <a:avLst/>
          </a:prstGeom>
          <a:solidFill>
            <a:srgbClr val="16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547616"/>
            <a:ext cx="6400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GERAL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54761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109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4547616"/>
            <a:ext cx="1645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65105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1">
                <a:solidFill>
                  <a:srgbClr val="8888AA"/>
                </a:solidFill>
              </a:rPr>
              <a:t>Fonte: Meta Ads Manager (Leaper/Agilize)  |  Período: 01/05/2026 – 16/05/2026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